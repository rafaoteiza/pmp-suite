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Poppi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325562" y="2852490"/>
            <a:ext cx="10866251" cy="3013687"/>
          </a:xfrm>
          <a:custGeom>
            <a:avLst/>
            <a:gdLst/>
            <a:ahLst/>
            <a:cxnLst/>
            <a:rect l="l" t="t" r="r" b="b"/>
            <a:pathLst>
              <a:path w="10866251" h="3013687">
                <a:moveTo>
                  <a:pt x="0" y="0"/>
                </a:moveTo>
                <a:lnTo>
                  <a:pt x="10866252" y="0"/>
                </a:lnTo>
                <a:lnTo>
                  <a:pt x="10866252" y="3013686"/>
                </a:lnTo>
                <a:lnTo>
                  <a:pt x="0" y="3013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1151745" y="0"/>
            <a:ext cx="8026913" cy="10287000"/>
          </a:xfrm>
          <a:custGeom>
            <a:avLst/>
            <a:gdLst/>
            <a:ahLst/>
            <a:cxnLst/>
            <a:rect l="l" t="t" r="r" b="b"/>
            <a:pathLst>
              <a:path w="8026913" h="10287000">
                <a:moveTo>
                  <a:pt x="0" y="0"/>
                </a:moveTo>
                <a:lnTo>
                  <a:pt x="8026913" y="0"/>
                </a:lnTo>
                <a:lnTo>
                  <a:pt x="80269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1000"/>
            </a:blip>
            <a:stretch>
              <a:fillRect b="-323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731569" y="8678233"/>
            <a:ext cx="9387413" cy="580067"/>
          </a:xfrm>
          <a:custGeom>
            <a:avLst/>
            <a:gdLst/>
            <a:ahLst/>
            <a:cxnLst/>
            <a:rect l="l" t="t" r="r" b="b"/>
            <a:pathLst>
              <a:path w="9387413" h="580067">
                <a:moveTo>
                  <a:pt x="0" y="0"/>
                </a:moveTo>
                <a:lnTo>
                  <a:pt x="9387413" y="0"/>
                </a:lnTo>
                <a:lnTo>
                  <a:pt x="9387413" y="580067"/>
                </a:lnTo>
                <a:lnTo>
                  <a:pt x="0" y="580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865168" y="5895000"/>
            <a:ext cx="13725643" cy="288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spc="-72">
                <a:solidFill>
                  <a:srgbClr val="6A7686"/>
                </a:solidFill>
                <a:latin typeface="Poppins Bold"/>
                <a:ea typeface="Poppins Bold"/>
                <a:cs typeface="Poppins Bold"/>
                <a:sym typeface="Poppins Bold"/>
              </a:rPr>
              <a:t>Plataforma integral para la gestión y </a:t>
            </a:r>
          </a:p>
          <a:p>
            <a:pPr algn="l">
              <a:lnSpc>
                <a:spcPts val="5040"/>
              </a:lnSpc>
            </a:pPr>
            <a:r>
              <a:rPr lang="en-US" sz="3600" b="1" spc="-72">
                <a:solidFill>
                  <a:srgbClr val="6A7686"/>
                </a:solidFill>
                <a:latin typeface="Poppins Bold"/>
                <a:ea typeface="Poppins Bold"/>
                <a:cs typeface="Poppins Bold"/>
                <a:sym typeface="Poppins Bold"/>
              </a:rPr>
              <a:t>trazabilidad del mantenimiento</a:t>
            </a:r>
          </a:p>
          <a:p>
            <a:pPr algn="ctr">
              <a:lnSpc>
                <a:spcPts val="13178"/>
              </a:lnSpc>
              <a:spcBef>
                <a:spcPct val="0"/>
              </a:spcBef>
            </a:pPr>
            <a:endParaRPr lang="en-US" sz="3600" b="1" spc="-72">
              <a:solidFill>
                <a:srgbClr val="6A7686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5168" y="7545752"/>
            <a:ext cx="5310545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6A7686"/>
                </a:solidFill>
                <a:latin typeface="Canva Sans"/>
                <a:ea typeface="Canva Sans"/>
                <a:cs typeface="Canva Sans"/>
                <a:sym typeface="Canva Sans"/>
              </a:rPr>
              <a:t>Validadores y consolas del transporte público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870310" y="4340708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10027588" y="2609619"/>
            <a:ext cx="7699308" cy="6128267"/>
            <a:chOff x="0" y="0"/>
            <a:chExt cx="2027801" cy="16140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27801" cy="1614029"/>
            </a:xfrm>
            <a:custGeom>
              <a:avLst/>
              <a:gdLst/>
              <a:ahLst/>
              <a:cxnLst/>
              <a:rect l="l" t="t" r="r" b="b"/>
              <a:pathLst>
                <a:path w="2027801" h="1614029">
                  <a:moveTo>
                    <a:pt x="50277" y="0"/>
                  </a:moveTo>
                  <a:lnTo>
                    <a:pt x="1977524" y="0"/>
                  </a:lnTo>
                  <a:cubicBezTo>
                    <a:pt x="1990859" y="0"/>
                    <a:pt x="2003647" y="5297"/>
                    <a:pt x="2013076" y="14726"/>
                  </a:cubicBezTo>
                  <a:cubicBezTo>
                    <a:pt x="2022504" y="24154"/>
                    <a:pt x="2027801" y="36943"/>
                    <a:pt x="2027801" y="50277"/>
                  </a:cubicBezTo>
                  <a:lnTo>
                    <a:pt x="2027801" y="1563753"/>
                  </a:lnTo>
                  <a:cubicBezTo>
                    <a:pt x="2027801" y="1591520"/>
                    <a:pt x="2005292" y="1614029"/>
                    <a:pt x="1977524" y="1614029"/>
                  </a:cubicBezTo>
                  <a:lnTo>
                    <a:pt x="50277" y="1614029"/>
                  </a:lnTo>
                  <a:cubicBezTo>
                    <a:pt x="22510" y="1614029"/>
                    <a:pt x="0" y="1591520"/>
                    <a:pt x="0" y="1563753"/>
                  </a:cubicBezTo>
                  <a:lnTo>
                    <a:pt x="0" y="50277"/>
                  </a:lnTo>
                  <a:cubicBezTo>
                    <a:pt x="0" y="22510"/>
                    <a:pt x="22510" y="0"/>
                    <a:pt x="50277" y="0"/>
                  </a:cubicBezTo>
                  <a:close/>
                </a:path>
              </a:pathLst>
            </a:custGeom>
            <a:solidFill>
              <a:srgbClr val="6A768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27801" cy="1652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80591" y="692913"/>
            <a:ext cx="2197718" cy="392937"/>
            <a:chOff x="0" y="0"/>
            <a:chExt cx="2273019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585366" y="719511"/>
            <a:ext cx="16845947" cy="8538789"/>
          </a:xfrm>
          <a:custGeom>
            <a:avLst/>
            <a:gdLst/>
            <a:ahLst/>
            <a:cxnLst/>
            <a:rect l="l" t="t" r="r" b="b"/>
            <a:pathLst>
              <a:path w="16845947" h="8538789">
                <a:moveTo>
                  <a:pt x="0" y="0"/>
                </a:moveTo>
                <a:lnTo>
                  <a:pt x="16845947" y="0"/>
                </a:lnTo>
                <a:lnTo>
                  <a:pt x="16845947" y="8538789"/>
                </a:lnTo>
                <a:lnTo>
                  <a:pt x="0" y="8538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0878395" y="-1783518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810412" y="7593854"/>
            <a:ext cx="4990812" cy="1398090"/>
            <a:chOff x="0" y="0"/>
            <a:chExt cx="1314453" cy="3682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14453" cy="368221"/>
            </a:xfrm>
            <a:custGeom>
              <a:avLst/>
              <a:gdLst/>
              <a:ahLst/>
              <a:cxnLst/>
              <a:rect l="l" t="t" r="r" b="b"/>
              <a:pathLst>
                <a:path w="1314453" h="368221">
                  <a:moveTo>
                    <a:pt x="77562" y="0"/>
                  </a:moveTo>
                  <a:lnTo>
                    <a:pt x="1236891" y="0"/>
                  </a:lnTo>
                  <a:cubicBezTo>
                    <a:pt x="1279727" y="0"/>
                    <a:pt x="1314453" y="34726"/>
                    <a:pt x="1314453" y="77562"/>
                  </a:cubicBezTo>
                  <a:lnTo>
                    <a:pt x="1314453" y="290659"/>
                  </a:lnTo>
                  <a:cubicBezTo>
                    <a:pt x="1314453" y="333496"/>
                    <a:pt x="1279727" y="368221"/>
                    <a:pt x="1236891" y="368221"/>
                  </a:cubicBezTo>
                  <a:lnTo>
                    <a:pt x="77562" y="368221"/>
                  </a:lnTo>
                  <a:cubicBezTo>
                    <a:pt x="56991" y="368221"/>
                    <a:pt x="37263" y="360049"/>
                    <a:pt x="22717" y="345504"/>
                  </a:cubicBezTo>
                  <a:cubicBezTo>
                    <a:pt x="8172" y="330958"/>
                    <a:pt x="0" y="311230"/>
                    <a:pt x="0" y="290659"/>
                  </a:cubicBezTo>
                  <a:lnTo>
                    <a:pt x="0" y="77562"/>
                  </a:lnTo>
                  <a:cubicBezTo>
                    <a:pt x="0" y="34726"/>
                    <a:pt x="34726" y="0"/>
                    <a:pt x="77562" y="0"/>
                  </a:cubicBezTo>
                  <a:close/>
                </a:path>
              </a:pathLst>
            </a:custGeom>
            <a:solidFill>
              <a:srgbClr val="6A7686">
                <a:alpha val="40784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14453" cy="406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48594" y="7593854"/>
            <a:ext cx="4990812" cy="1398090"/>
            <a:chOff x="0" y="0"/>
            <a:chExt cx="1314453" cy="3682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14453" cy="368221"/>
            </a:xfrm>
            <a:custGeom>
              <a:avLst/>
              <a:gdLst/>
              <a:ahLst/>
              <a:cxnLst/>
              <a:rect l="l" t="t" r="r" b="b"/>
              <a:pathLst>
                <a:path w="1314453" h="368221">
                  <a:moveTo>
                    <a:pt x="77562" y="0"/>
                  </a:moveTo>
                  <a:lnTo>
                    <a:pt x="1236891" y="0"/>
                  </a:lnTo>
                  <a:cubicBezTo>
                    <a:pt x="1279727" y="0"/>
                    <a:pt x="1314453" y="34726"/>
                    <a:pt x="1314453" y="77562"/>
                  </a:cubicBezTo>
                  <a:lnTo>
                    <a:pt x="1314453" y="290659"/>
                  </a:lnTo>
                  <a:cubicBezTo>
                    <a:pt x="1314453" y="333496"/>
                    <a:pt x="1279727" y="368221"/>
                    <a:pt x="1236891" y="368221"/>
                  </a:cubicBezTo>
                  <a:lnTo>
                    <a:pt x="77562" y="368221"/>
                  </a:lnTo>
                  <a:cubicBezTo>
                    <a:pt x="56991" y="368221"/>
                    <a:pt x="37263" y="360049"/>
                    <a:pt x="22717" y="345504"/>
                  </a:cubicBezTo>
                  <a:cubicBezTo>
                    <a:pt x="8172" y="330958"/>
                    <a:pt x="0" y="311230"/>
                    <a:pt x="0" y="290659"/>
                  </a:cubicBezTo>
                  <a:lnTo>
                    <a:pt x="0" y="77562"/>
                  </a:lnTo>
                  <a:cubicBezTo>
                    <a:pt x="0" y="34726"/>
                    <a:pt x="34726" y="0"/>
                    <a:pt x="77562" y="0"/>
                  </a:cubicBezTo>
                  <a:close/>
                </a:path>
              </a:pathLst>
            </a:custGeom>
            <a:solidFill>
              <a:srgbClr val="6A7686">
                <a:alpha val="40784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14453" cy="406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87131" y="7593854"/>
            <a:ext cx="4990812" cy="1398090"/>
            <a:chOff x="0" y="0"/>
            <a:chExt cx="1314453" cy="3682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4453" cy="368221"/>
            </a:xfrm>
            <a:custGeom>
              <a:avLst/>
              <a:gdLst/>
              <a:ahLst/>
              <a:cxnLst/>
              <a:rect l="l" t="t" r="r" b="b"/>
              <a:pathLst>
                <a:path w="1314453" h="368221">
                  <a:moveTo>
                    <a:pt x="77562" y="0"/>
                  </a:moveTo>
                  <a:lnTo>
                    <a:pt x="1236891" y="0"/>
                  </a:lnTo>
                  <a:cubicBezTo>
                    <a:pt x="1279727" y="0"/>
                    <a:pt x="1314453" y="34726"/>
                    <a:pt x="1314453" y="77562"/>
                  </a:cubicBezTo>
                  <a:lnTo>
                    <a:pt x="1314453" y="290659"/>
                  </a:lnTo>
                  <a:cubicBezTo>
                    <a:pt x="1314453" y="333496"/>
                    <a:pt x="1279727" y="368221"/>
                    <a:pt x="1236891" y="368221"/>
                  </a:cubicBezTo>
                  <a:lnTo>
                    <a:pt x="77562" y="368221"/>
                  </a:lnTo>
                  <a:cubicBezTo>
                    <a:pt x="56991" y="368221"/>
                    <a:pt x="37263" y="360049"/>
                    <a:pt x="22717" y="345504"/>
                  </a:cubicBezTo>
                  <a:cubicBezTo>
                    <a:pt x="8172" y="330958"/>
                    <a:pt x="0" y="311230"/>
                    <a:pt x="0" y="290659"/>
                  </a:cubicBezTo>
                  <a:lnTo>
                    <a:pt x="0" y="77562"/>
                  </a:lnTo>
                  <a:cubicBezTo>
                    <a:pt x="0" y="34726"/>
                    <a:pt x="34726" y="0"/>
                    <a:pt x="77562" y="0"/>
                  </a:cubicBezTo>
                  <a:close/>
                </a:path>
              </a:pathLst>
            </a:custGeom>
            <a:solidFill>
              <a:srgbClr val="6A7686">
                <a:alpha val="40784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14453" cy="406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0562" y="610745"/>
            <a:ext cx="2197718" cy="392937"/>
            <a:chOff x="0" y="0"/>
            <a:chExt cx="2273019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447555" y="610745"/>
            <a:ext cx="17392889" cy="8381199"/>
          </a:xfrm>
          <a:custGeom>
            <a:avLst/>
            <a:gdLst/>
            <a:ahLst/>
            <a:cxnLst/>
            <a:rect l="l" t="t" r="r" b="b"/>
            <a:pathLst>
              <a:path w="17392889" h="8381199">
                <a:moveTo>
                  <a:pt x="0" y="0"/>
                </a:moveTo>
                <a:lnTo>
                  <a:pt x="17392890" y="0"/>
                </a:lnTo>
                <a:lnTo>
                  <a:pt x="17392890" y="8381199"/>
                </a:lnTo>
                <a:lnTo>
                  <a:pt x="0" y="8381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0878395" y="-1783518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707429" y="453927"/>
            <a:ext cx="2362357" cy="422373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58299" y="475025"/>
            <a:ext cx="17171402" cy="9336950"/>
          </a:xfrm>
          <a:custGeom>
            <a:avLst/>
            <a:gdLst/>
            <a:ahLst/>
            <a:cxnLst/>
            <a:rect l="l" t="t" r="r" b="b"/>
            <a:pathLst>
              <a:path w="17171402" h="9336950">
                <a:moveTo>
                  <a:pt x="0" y="0"/>
                </a:moveTo>
                <a:lnTo>
                  <a:pt x="17171402" y="0"/>
                </a:lnTo>
                <a:lnTo>
                  <a:pt x="17171402" y="9336950"/>
                </a:lnTo>
                <a:lnTo>
                  <a:pt x="0" y="9336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870310" y="48611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273870" y="714001"/>
            <a:ext cx="1919951" cy="343274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73870" y="604808"/>
            <a:ext cx="17757766" cy="8512629"/>
          </a:xfrm>
          <a:custGeom>
            <a:avLst/>
            <a:gdLst/>
            <a:ahLst/>
            <a:cxnLst/>
            <a:rect l="l" t="t" r="r" b="b"/>
            <a:pathLst>
              <a:path w="17757766" h="8512629">
                <a:moveTo>
                  <a:pt x="0" y="0"/>
                </a:moveTo>
                <a:lnTo>
                  <a:pt x="17757766" y="0"/>
                </a:lnTo>
                <a:lnTo>
                  <a:pt x="17757766" y="8512629"/>
                </a:lnTo>
                <a:lnTo>
                  <a:pt x="0" y="8512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30278" y="46325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34498" y="635763"/>
            <a:ext cx="2197718" cy="392937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434498" y="635763"/>
            <a:ext cx="17419004" cy="1676579"/>
          </a:xfrm>
          <a:custGeom>
            <a:avLst/>
            <a:gdLst/>
            <a:ahLst/>
            <a:cxnLst/>
            <a:rect l="l" t="t" r="r" b="b"/>
            <a:pathLst>
              <a:path w="17419004" h="1676579">
                <a:moveTo>
                  <a:pt x="0" y="0"/>
                </a:moveTo>
                <a:lnTo>
                  <a:pt x="17419004" y="0"/>
                </a:lnTo>
                <a:lnTo>
                  <a:pt x="17419004" y="1676579"/>
                </a:lnTo>
                <a:lnTo>
                  <a:pt x="0" y="1676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729882" y="2652056"/>
            <a:ext cx="16828236" cy="1640753"/>
          </a:xfrm>
          <a:custGeom>
            <a:avLst/>
            <a:gdLst/>
            <a:ahLst/>
            <a:cxnLst/>
            <a:rect l="l" t="t" r="r" b="b"/>
            <a:pathLst>
              <a:path w="16828236" h="1640753">
                <a:moveTo>
                  <a:pt x="0" y="0"/>
                </a:moveTo>
                <a:lnTo>
                  <a:pt x="16828236" y="0"/>
                </a:lnTo>
                <a:lnTo>
                  <a:pt x="16828236" y="1640753"/>
                </a:lnTo>
                <a:lnTo>
                  <a:pt x="0" y="16407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6000"/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710023" y="5055944"/>
            <a:ext cx="16848095" cy="4359445"/>
          </a:xfrm>
          <a:custGeom>
            <a:avLst/>
            <a:gdLst/>
            <a:ahLst/>
            <a:cxnLst/>
            <a:rect l="l" t="t" r="r" b="b"/>
            <a:pathLst>
              <a:path w="16848095" h="4359445">
                <a:moveTo>
                  <a:pt x="0" y="0"/>
                </a:moveTo>
                <a:lnTo>
                  <a:pt x="16848095" y="0"/>
                </a:lnTo>
                <a:lnTo>
                  <a:pt x="16848095" y="4359445"/>
                </a:lnTo>
                <a:lnTo>
                  <a:pt x="0" y="43594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30278" y="46325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34498" y="635763"/>
            <a:ext cx="2197718" cy="392937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43801" y="635763"/>
            <a:ext cx="17600398" cy="8833200"/>
          </a:xfrm>
          <a:custGeom>
            <a:avLst/>
            <a:gdLst/>
            <a:ahLst/>
            <a:cxnLst/>
            <a:rect l="l" t="t" r="r" b="b"/>
            <a:pathLst>
              <a:path w="17600398" h="8833200">
                <a:moveTo>
                  <a:pt x="0" y="0"/>
                </a:moveTo>
                <a:lnTo>
                  <a:pt x="17600398" y="0"/>
                </a:lnTo>
                <a:lnTo>
                  <a:pt x="17600398" y="8833200"/>
                </a:lnTo>
                <a:lnTo>
                  <a:pt x="0" y="8833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30278" y="46325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34498" y="464773"/>
            <a:ext cx="3154077" cy="563927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23375" y="520690"/>
            <a:ext cx="17241250" cy="9245620"/>
          </a:xfrm>
          <a:custGeom>
            <a:avLst/>
            <a:gdLst/>
            <a:ahLst/>
            <a:cxnLst/>
            <a:rect l="l" t="t" r="r" b="b"/>
            <a:pathLst>
              <a:path w="17241250" h="9245620">
                <a:moveTo>
                  <a:pt x="0" y="0"/>
                </a:moveTo>
                <a:lnTo>
                  <a:pt x="17241250" y="0"/>
                </a:lnTo>
                <a:lnTo>
                  <a:pt x="17241250" y="9245620"/>
                </a:lnTo>
                <a:lnTo>
                  <a:pt x="0" y="924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30278" y="46325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256367" y="458110"/>
            <a:ext cx="2196268" cy="392677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56801" y="458110"/>
            <a:ext cx="17174397" cy="9370780"/>
          </a:xfrm>
          <a:custGeom>
            <a:avLst/>
            <a:gdLst/>
            <a:ahLst/>
            <a:cxnLst/>
            <a:rect l="l" t="t" r="r" b="b"/>
            <a:pathLst>
              <a:path w="17174397" h="9370780">
                <a:moveTo>
                  <a:pt x="0" y="0"/>
                </a:moveTo>
                <a:lnTo>
                  <a:pt x="17174398" y="0"/>
                </a:lnTo>
                <a:lnTo>
                  <a:pt x="17174398" y="9370780"/>
                </a:lnTo>
                <a:lnTo>
                  <a:pt x="0" y="9370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30278" y="46325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557346" y="453040"/>
            <a:ext cx="2196268" cy="392677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57346" y="453040"/>
            <a:ext cx="17173308" cy="9380920"/>
          </a:xfrm>
          <a:custGeom>
            <a:avLst/>
            <a:gdLst/>
            <a:ahLst/>
            <a:cxnLst/>
            <a:rect l="l" t="t" r="r" b="b"/>
            <a:pathLst>
              <a:path w="17173308" h="9380920">
                <a:moveTo>
                  <a:pt x="0" y="0"/>
                </a:moveTo>
                <a:lnTo>
                  <a:pt x="17173308" y="0"/>
                </a:lnTo>
                <a:lnTo>
                  <a:pt x="17173308" y="9380920"/>
                </a:lnTo>
                <a:lnTo>
                  <a:pt x="0" y="93809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30278" y="46325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320662" y="570325"/>
            <a:ext cx="2196268" cy="392677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320662" y="570325"/>
            <a:ext cx="17646676" cy="8459375"/>
          </a:xfrm>
          <a:custGeom>
            <a:avLst/>
            <a:gdLst/>
            <a:ahLst/>
            <a:cxnLst/>
            <a:rect l="l" t="t" r="r" b="b"/>
            <a:pathLst>
              <a:path w="17646676" h="8459375">
                <a:moveTo>
                  <a:pt x="0" y="0"/>
                </a:moveTo>
                <a:lnTo>
                  <a:pt x="17646676" y="0"/>
                </a:lnTo>
                <a:lnTo>
                  <a:pt x="17646676" y="8459375"/>
                </a:lnTo>
                <a:lnTo>
                  <a:pt x="0" y="8459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30278" y="46325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469664" y="529838"/>
            <a:ext cx="2196268" cy="392677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469664" y="529838"/>
            <a:ext cx="17348671" cy="9227325"/>
          </a:xfrm>
          <a:custGeom>
            <a:avLst/>
            <a:gdLst/>
            <a:ahLst/>
            <a:cxnLst/>
            <a:rect l="l" t="t" r="r" b="b"/>
            <a:pathLst>
              <a:path w="17348671" h="9227325">
                <a:moveTo>
                  <a:pt x="0" y="0"/>
                </a:moveTo>
                <a:lnTo>
                  <a:pt x="17348672" y="0"/>
                </a:lnTo>
                <a:lnTo>
                  <a:pt x="17348672" y="9227324"/>
                </a:lnTo>
                <a:lnTo>
                  <a:pt x="0" y="9227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130278" y="463252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6"/>
                </a:lnTo>
                <a:lnTo>
                  <a:pt x="0" y="879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560428" y="433265"/>
            <a:ext cx="2196268" cy="392677"/>
            <a:chOff x="0" y="0"/>
            <a:chExt cx="2273019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73019" cy="406400"/>
            </a:xfrm>
            <a:custGeom>
              <a:avLst/>
              <a:gdLst/>
              <a:ahLst/>
              <a:cxnLst/>
              <a:rect l="l" t="t" r="r" b="b"/>
              <a:pathLst>
                <a:path w="2273019" h="406400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560428" y="433265"/>
            <a:ext cx="17167144" cy="9420470"/>
          </a:xfrm>
          <a:custGeom>
            <a:avLst/>
            <a:gdLst/>
            <a:ahLst/>
            <a:cxnLst/>
            <a:rect l="l" t="t" r="r" b="b"/>
            <a:pathLst>
              <a:path w="17167144" h="9420470">
                <a:moveTo>
                  <a:pt x="0" y="0"/>
                </a:moveTo>
                <a:lnTo>
                  <a:pt x="17167144" y="0"/>
                </a:lnTo>
                <a:lnTo>
                  <a:pt x="17167144" y="9420470"/>
                </a:lnTo>
                <a:lnTo>
                  <a:pt x="0" y="9420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3728502" y="-4143762"/>
            <a:ext cx="8990512" cy="8794355"/>
          </a:xfrm>
          <a:custGeom>
            <a:avLst/>
            <a:gdLst/>
            <a:ahLst/>
            <a:cxnLst/>
            <a:rect l="l" t="t" r="r" b="b"/>
            <a:pathLst>
              <a:path w="8990512" h="8794355">
                <a:moveTo>
                  <a:pt x="0" y="0"/>
                </a:moveTo>
                <a:lnTo>
                  <a:pt x="8990512" y="0"/>
                </a:lnTo>
                <a:lnTo>
                  <a:pt x="8990512" y="8794355"/>
                </a:lnTo>
                <a:lnTo>
                  <a:pt x="0" y="87943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602682" y="6939750"/>
            <a:ext cx="12576899" cy="1573319"/>
          </a:xfrm>
          <a:custGeom>
            <a:avLst/>
            <a:gdLst/>
            <a:ahLst/>
            <a:cxnLst/>
            <a:rect l="l" t="t" r="r" b="b"/>
            <a:pathLst>
              <a:path w="12576899" h="1573319">
                <a:moveTo>
                  <a:pt x="0" y="0"/>
                </a:moveTo>
                <a:lnTo>
                  <a:pt x="12576899" y="0"/>
                </a:lnTo>
                <a:lnTo>
                  <a:pt x="12576899" y="1573319"/>
                </a:lnTo>
                <a:lnTo>
                  <a:pt x="0" y="1573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4229232" y="0"/>
            <a:ext cx="4058768" cy="10287000"/>
          </a:xfrm>
          <a:custGeom>
            <a:avLst/>
            <a:gdLst/>
            <a:ahLst/>
            <a:cxnLst/>
            <a:rect l="l" t="t" r="r" b="b"/>
            <a:pathLst>
              <a:path w="7989052" h="10271639">
                <a:moveTo>
                  <a:pt x="0" y="0"/>
                </a:moveTo>
                <a:lnTo>
                  <a:pt x="7989052" y="0"/>
                </a:lnTo>
                <a:lnTo>
                  <a:pt x="7989052" y="10271639"/>
                </a:lnTo>
                <a:lnTo>
                  <a:pt x="0" y="102716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1000"/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751837" y="2394836"/>
            <a:ext cx="12278589" cy="217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9"/>
              </a:lnSpc>
            </a:pPr>
            <a:r>
              <a:rPr lang="en-US" sz="5531" b="1">
                <a:solidFill>
                  <a:srgbClr val="0E1B2A"/>
                </a:solidFill>
                <a:latin typeface="Poppins Bold"/>
                <a:ea typeface="Poppins Bold"/>
                <a:cs typeface="Poppins Bold"/>
                <a:sym typeface="Poppins Bold"/>
              </a:rPr>
              <a:t>Una fuente de verdad para cada equipo, estado y decisión</a:t>
            </a:r>
          </a:p>
          <a:p>
            <a:pPr algn="l">
              <a:lnSpc>
                <a:spcPts val="6076"/>
              </a:lnSpc>
            </a:pPr>
            <a:endParaRPr lang="en-US" sz="5531" b="1">
              <a:solidFill>
                <a:srgbClr val="0E1B2A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1837" y="4096080"/>
            <a:ext cx="11870865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1667C4"/>
                </a:solidFill>
                <a:latin typeface="Poppins Bold"/>
                <a:ea typeface="Poppins Bold"/>
                <a:cs typeface="Poppins Bold"/>
                <a:sym typeface="Poppins Bold"/>
              </a:rPr>
              <a:t>PMP Suite propone una solución integral, factible y medible para transformar registros dispersos en trazabilidad operacional.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3600" b="1">
              <a:solidFill>
                <a:srgbClr val="1667C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8060" y="585601"/>
            <a:ext cx="2997132" cy="443099"/>
            <a:chOff x="0" y="0"/>
            <a:chExt cx="789368" cy="1167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9368" cy="116701"/>
            </a:xfrm>
            <a:custGeom>
              <a:avLst/>
              <a:gdLst/>
              <a:ahLst/>
              <a:cxnLst/>
              <a:rect l="l" t="t" r="r" b="b"/>
              <a:pathLst>
                <a:path w="789368" h="116701">
                  <a:moveTo>
                    <a:pt x="58350" y="0"/>
                  </a:moveTo>
                  <a:lnTo>
                    <a:pt x="731018" y="0"/>
                  </a:lnTo>
                  <a:cubicBezTo>
                    <a:pt x="746493" y="0"/>
                    <a:pt x="761335" y="6148"/>
                    <a:pt x="772278" y="17090"/>
                  </a:cubicBezTo>
                  <a:cubicBezTo>
                    <a:pt x="783220" y="28033"/>
                    <a:pt x="789368" y="42875"/>
                    <a:pt x="789368" y="58350"/>
                  </a:cubicBezTo>
                  <a:lnTo>
                    <a:pt x="789368" y="58350"/>
                  </a:lnTo>
                  <a:cubicBezTo>
                    <a:pt x="789368" y="73826"/>
                    <a:pt x="783220" y="88668"/>
                    <a:pt x="772278" y="99610"/>
                  </a:cubicBezTo>
                  <a:cubicBezTo>
                    <a:pt x="761335" y="110553"/>
                    <a:pt x="746493" y="116701"/>
                    <a:pt x="731018" y="116701"/>
                  </a:cubicBezTo>
                  <a:lnTo>
                    <a:pt x="58350" y="116701"/>
                  </a:lnTo>
                  <a:cubicBezTo>
                    <a:pt x="42875" y="116701"/>
                    <a:pt x="28033" y="110553"/>
                    <a:pt x="17090" y="99610"/>
                  </a:cubicBezTo>
                  <a:cubicBezTo>
                    <a:pt x="6148" y="88668"/>
                    <a:pt x="0" y="73826"/>
                    <a:pt x="0" y="58350"/>
                  </a:cubicBezTo>
                  <a:lnTo>
                    <a:pt x="0" y="58350"/>
                  </a:lnTo>
                  <a:cubicBezTo>
                    <a:pt x="0" y="42875"/>
                    <a:pt x="6148" y="28033"/>
                    <a:pt x="17090" y="17090"/>
                  </a:cubicBezTo>
                  <a:cubicBezTo>
                    <a:pt x="28033" y="6148"/>
                    <a:pt x="42875" y="0"/>
                    <a:pt x="58350" y="0"/>
                  </a:cubicBezTo>
                  <a:close/>
                </a:path>
              </a:pathLst>
            </a:custGeom>
            <a:solidFill>
              <a:srgbClr val="FFAA0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89368" cy="1548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0638" y="631518"/>
            <a:ext cx="16906723" cy="9023964"/>
          </a:xfrm>
          <a:custGeom>
            <a:avLst/>
            <a:gdLst/>
            <a:ahLst/>
            <a:cxnLst/>
            <a:rect l="l" t="t" r="r" b="b"/>
            <a:pathLst>
              <a:path w="16906723" h="9023964">
                <a:moveTo>
                  <a:pt x="0" y="0"/>
                </a:moveTo>
                <a:lnTo>
                  <a:pt x="16906724" y="0"/>
                </a:lnTo>
                <a:lnTo>
                  <a:pt x="16906724" y="9023964"/>
                </a:lnTo>
                <a:lnTo>
                  <a:pt x="0" y="902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Personalizado</PresentationFormat>
  <Paragraphs>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Poppins Bold</vt:lpstr>
      <vt:lpstr>Calibri</vt:lpstr>
      <vt:lpstr>Canva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con Plantilla</dc:title>
  <cp:lastModifiedBy>Rafael Oteiza</cp:lastModifiedBy>
  <cp:revision>2</cp:revision>
  <dcterms:created xsi:type="dcterms:W3CDTF">2006-08-16T00:00:00Z</dcterms:created>
  <dcterms:modified xsi:type="dcterms:W3CDTF">2026-09-04T04:16:25Z</dcterms:modified>
  <dc:identifier>DAHUJ0FSDUU</dc:identifier>
</cp:coreProperties>
</file>